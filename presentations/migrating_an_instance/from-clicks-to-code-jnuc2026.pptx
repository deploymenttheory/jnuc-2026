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Point at the id and say what it is: a constant the provider made up, because a singleton has nothing to be identified by. There is only one client check-in. So the import ceremony is optional. Match the resource to what the UI already shows, apply, and Terraform writes values that are already there - no change on the server, but it is now in state. Every settings resource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questions run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2026-09-04T13:31:16Z</dcterms:created>
  <dcterms:modified xsi:type="dcterms:W3CDTF">2026-09-04T13:31:16Z</dcterms:modified>
</cp:coreProperties>
</file>