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Mechanic: import first if the provider supports it - only fall back to apply where there's no import statement. The apply just sets the same values the UI shows, so nothing changes, but the resource lands in state. All settings panes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provider registry, the jamfpy repo once it has a URL, and the other resources on screen; contact details still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2026-09-02T11:48:23Z</dcterms:created>
  <dcterms:modified xsi:type="dcterms:W3CDTF">2026-09-02T11:48:23Z</dcterms:modified>
</cp:coreProperties>
</file>