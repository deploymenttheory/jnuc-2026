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it was run iteratively throughout rather than planned end to end. Five things came out of it. We wrote the training materials together, so the CoE brought the Terraform and Git content and the seconded engineer put it in Mac language and cut what did not apply. We went back and forth on delivery format: sessions started theory-led, we tried hands-on instead, and practical won out, so that is where we settled. The hackathons did not land - built as in-person labs on tasks the team already recognised, with homework set between sessions, but the format itself did not work as intended. None of this followed an existing playbook: migrating a Mac-centric team specifically onto Terraform had not been done before, so there was no right answer to copy, and the plan was worked out as we went. And we settled on different delivery plans by skill level - higher-skill engineers got something more laid-back and project-based, others followed a more structured plan matched to where they were starting from. The arrows at the bottom are the point: this was a two-way trade. Mac domain context went into the CoE, and Terraform, Git and GitOps practice came back - and it is also why the same engineer could step in and run migration work whenever it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Six months, six teaching sessions. Every session lifts confidence, and every gap that follows gives some of it back, but not all of it - people did genuinely build confidence over the six months, so the whole thing trends gently upwards overall even though there is a real dip after every gap. Be clear that the shape is illustrative rather than measured; the six months and the 144 hours are real.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 and whatever was gained since the last session leaks away in the gap that follows, which is the dip you see after every session. Then take the chips underneath. Mixed-ability cohorts: everyone in the room together, so trainers were pitching some sessions too fast and others too slow for parts of the room. What actually predicted who would do well was prior coding experience, not Jamf Pro familiarity and not age, which surprised us. Theory before the hands-on: no mental model formed and the words went in one ear and out the other. Documentation shaped like a reference manual: 214,645 words of AI-assisted content, written to be complete rather than to be learned from, so large that people did not take it in - step-by-step tutorials inside it devolved into copy-paste, completed but not retained. Too long a gap between sessions: getting every Mac engineer into one room was genuinely hard, since they do not all work in the same country, and that is what stretched the gaps out. Unclear infrastructure availability made it a little worse in a few cases, but it was a minor factor, not the main one. And in-person mattered more than online: being physically in the room let trainers walk around and help someone the moment they got stuck, rather than everyone muting themselves and struggling alone on a call. What replaced all of this now lives on the next slide - 3,778 words, 57 times smaller, and we wrote it after direct feedback that the first was too heavy going and too theoretical.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Principles first: teach each discipline individually before building up to the full picture, starting with what the team didn't already know, like Git. On third-party documentation, point to our own replacement curriculum as the example: 3,778 words across two modules and four labs, one of them deliberately broken, 57 times smaller than the 214,645-word manual it replaced, and both public in the training repo for people to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Replace the placeholder with the 3-4 minute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2026-09-04T11:01:01Z</dcterms:created>
  <dcterms:modified xsi:type="dcterms:W3CDTF">2026-09-04T11:01:01Z</dcterms:modified>
</cp:coreProperties>
</file>